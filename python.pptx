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6" d="100"/>
          <a:sy n="26" d="100"/>
        </p:scale>
        <p:origin x="90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241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651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665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600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428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454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960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577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524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669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678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8082F46-A90E-428C-AA42-5928D0FD4AFF}" type="datetimeFigureOut">
              <a:rPr lang="en-IN" smtClean="0"/>
              <a:t>02-12-2025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BEA95D9-C90D-4D4D-9CB5-8CBA49E59F2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77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2CA4-5E8E-31F6-9251-1E307A9AE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347472"/>
            <a:ext cx="9418320" cy="2971800"/>
          </a:xfrm>
        </p:spPr>
        <p:txBody>
          <a:bodyPr>
            <a:normAutofit fontScale="90000"/>
          </a:bodyPr>
          <a:lstStyle/>
          <a:p>
            <a:br>
              <a:rPr lang="en-IN" sz="7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br>
              <a:rPr lang="en-IN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IN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Python Tuples:</a:t>
            </a:r>
            <a:br>
              <a:rPr lang="en-IN" sz="7200" dirty="0">
                <a:solidFill>
                  <a:schemeClr val="bg1"/>
                </a:solidFill>
              </a:rPr>
            </a:b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9E026-F90D-D6AF-A641-CA617DDAC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3538729"/>
            <a:ext cx="5733288" cy="1691640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An Immutable Sequence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BA6DD-1C23-BA38-C125-74D04A770B3B}"/>
              </a:ext>
            </a:extLst>
          </p:cNvPr>
          <p:cNvSpPr txBox="1"/>
          <p:nvPr/>
        </p:nvSpPr>
        <p:spPr>
          <a:xfrm>
            <a:off x="8385048" y="4626864"/>
            <a:ext cx="3511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Presented by :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Zunaira Fatima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Sneha ojha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Uzair Alam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Satya Prakash Patel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Praveen Singh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OM Srivastava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74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FDAD6D-805F-15B0-BA2C-EA1E5C49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Introduction to Tuples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69007-469D-CA66-F2AA-F1E77DA98DAF}"/>
              </a:ext>
            </a:extLst>
          </p:cNvPr>
          <p:cNvSpPr txBox="1"/>
          <p:nvPr/>
        </p:nvSpPr>
        <p:spPr>
          <a:xfrm>
            <a:off x="658906" y="1690688"/>
            <a:ext cx="105156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What is a Tuple?</a:t>
            </a:r>
            <a:endParaRPr lang="en-US" dirty="0">
              <a:latin typeface="Arial Rounded MT Bold" panose="020F0704030504030204" pitchFamily="34" charset="0"/>
            </a:endParaRP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An ordered, immutable sequence of elements.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Similar to lists, but cannot be changed after creation</a:t>
            </a:r>
            <a:r>
              <a:rPr lang="en-US" dirty="0"/>
              <a:t>.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Key Characteristics: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Ordered: </a:t>
            </a:r>
            <a:r>
              <a:rPr lang="en-US" dirty="0">
                <a:latin typeface="Arial Rounded MT Bold" panose="020F0704030504030204" pitchFamily="34" charset="0"/>
              </a:rPr>
              <a:t>Elements maintain their order.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Immutable</a:t>
            </a:r>
            <a:r>
              <a:rPr lang="en-US" dirty="0">
                <a:latin typeface="Arial Rounded MT Bold" panose="020F0704030504030204" pitchFamily="34" charset="0"/>
              </a:rPr>
              <a:t>: Cannot be modified (add, remove, or change elements).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Heterogeneous:</a:t>
            </a:r>
            <a:r>
              <a:rPr lang="en-US" dirty="0">
                <a:latin typeface="Arial Rounded MT Bold" panose="020F0704030504030204" pitchFamily="34" charset="0"/>
              </a:rPr>
              <a:t> Can contain elements of different data types (integers, strings, etc.).</a:t>
            </a:r>
          </a:p>
          <a:p>
            <a:pPr lvl="1"/>
            <a:endParaRPr lang="en-US" sz="2000" dirty="0">
              <a:latin typeface="Arial Rounded MT Bold" panose="020F0704030504030204" pitchFamily="34" charset="0"/>
            </a:endParaRPr>
          </a:p>
          <a:p>
            <a:pPr lvl="1"/>
            <a:r>
              <a:rPr lang="en-US" sz="2000" dirty="0">
                <a:latin typeface="Arial Rounded MT Bold" panose="020F0704030504030204" pitchFamily="34" charset="0"/>
              </a:rPr>
              <a:t>Indexed</a:t>
            </a:r>
            <a:r>
              <a:rPr lang="en-US" dirty="0">
                <a:latin typeface="Arial Rounded MT Bold" panose="020F0704030504030204" pitchFamily="34" charset="0"/>
              </a:rPr>
              <a:t>: Elements can be accessed using their index (starting from 0).</a:t>
            </a:r>
          </a:p>
          <a:p>
            <a:pPr lvl="1"/>
            <a:endParaRPr lang="en-US" b="1" dirty="0">
              <a:latin typeface="Arial Rounded MT Bold" panose="020F0704030504030204" pitchFamily="34" charset="0"/>
            </a:endParaRP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Syntax:</a:t>
            </a:r>
            <a:r>
              <a:rPr lang="en-US" dirty="0"/>
              <a:t> </a:t>
            </a:r>
            <a:r>
              <a:rPr lang="en-US" dirty="0">
                <a:latin typeface="Arial Rounded MT Bold" panose="020F0704030504030204" pitchFamily="34" charset="0"/>
              </a:rPr>
              <a:t>Defined using parentheses () and comma-separated values. 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Example: my_tuple = (1, "hello", 3.14)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015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BBEF-D54F-91C2-0BA7-DE8A2C19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Creating Tuples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FD480-CE1B-9C47-9235-092D1D43C3CE}"/>
              </a:ext>
            </a:extLst>
          </p:cNvPr>
          <p:cNvSpPr txBox="1"/>
          <p:nvPr/>
        </p:nvSpPr>
        <p:spPr>
          <a:xfrm>
            <a:off x="838200" y="1459627"/>
            <a:ext cx="1056938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Creating an Empty Tuple:</a:t>
            </a:r>
          </a:p>
          <a:p>
            <a:pPr lvl="1"/>
            <a:r>
              <a:rPr lang="en-US" sz="2000" dirty="0"/>
              <a:t>empty_tuple = ()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Creating a Tuple with Elements:</a:t>
            </a:r>
          </a:p>
          <a:p>
            <a:pPr lvl="1"/>
            <a:r>
              <a:rPr lang="en-US" sz="2000" dirty="0"/>
              <a:t>my_tuple = (1, 2, 3)</a:t>
            </a:r>
          </a:p>
          <a:p>
            <a:pPr lvl="1"/>
            <a:r>
              <a:rPr lang="en-US" sz="2000" dirty="0"/>
              <a:t>mixed_tuple = (1, "apple", 3.14, True)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Tuple with a Single Element:</a:t>
            </a:r>
          </a:p>
          <a:p>
            <a:pPr lvl="1"/>
            <a:r>
              <a:rPr lang="en-US" sz="2000" b="1" dirty="0"/>
              <a:t>Important: </a:t>
            </a:r>
            <a:r>
              <a:rPr lang="en-US" sz="2000" dirty="0"/>
              <a:t>Requires a trailing comma.</a:t>
            </a:r>
          </a:p>
          <a:p>
            <a:pPr lvl="1"/>
            <a:r>
              <a:rPr lang="en-US" sz="2000" dirty="0"/>
              <a:t>single_element_tuple = (5,) (Without the comma, it's just an integer)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Tuple Packing and Unpacking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sz="2000" b="1" dirty="0"/>
              <a:t>Packing: </a:t>
            </a:r>
            <a:r>
              <a:rPr lang="en-US" sz="2000" dirty="0"/>
              <a:t>Assigning multiple values to a tuple. </a:t>
            </a:r>
          </a:p>
          <a:p>
            <a:pPr lvl="2"/>
            <a:r>
              <a:rPr lang="en-US" sz="2000" dirty="0"/>
              <a:t>my_tuple = 1, 2, "three" (Parentheses are optional for packing)</a:t>
            </a:r>
          </a:p>
          <a:p>
            <a:pPr lvl="1"/>
            <a:r>
              <a:rPr lang="en-US" sz="2000" b="1" dirty="0"/>
              <a:t>Unpacking:</a:t>
            </a:r>
            <a:r>
              <a:rPr lang="en-US" sz="2000" dirty="0"/>
              <a:t> Extracting values from a tuple into individual variables. </a:t>
            </a:r>
          </a:p>
          <a:p>
            <a:pPr lvl="2"/>
            <a:r>
              <a:rPr lang="en-US" sz="2000" dirty="0"/>
              <a:t>a, b, c = my_tuple (Requires the same number of variables as elements in the tuple)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747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60C3-0BA9-53C7-BD1A-565E3AF5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Accessing Tuple Elements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72B59-AA24-77A6-F083-6749BDD5AA7C}"/>
              </a:ext>
            </a:extLst>
          </p:cNvPr>
          <p:cNvSpPr txBox="1"/>
          <p:nvPr/>
        </p:nvSpPr>
        <p:spPr>
          <a:xfrm>
            <a:off x="838200" y="1690688"/>
            <a:ext cx="102063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Indexing:</a:t>
            </a:r>
            <a:r>
              <a:rPr lang="en-US" dirty="0"/>
              <a:t> Accessing elements using their index (starting from 0). </a:t>
            </a:r>
          </a:p>
          <a:p>
            <a:pPr lvl="1"/>
            <a:r>
              <a:rPr lang="en-US" dirty="0"/>
              <a:t>my_tuple = (10, 20, 30, 40, 50)</a:t>
            </a:r>
          </a:p>
          <a:p>
            <a:pPr lvl="1"/>
            <a:r>
              <a:rPr lang="en-US" dirty="0"/>
              <a:t>first_element = my_tuple[0] (first_element will be 10)</a:t>
            </a:r>
          </a:p>
          <a:p>
            <a:pPr lvl="1"/>
            <a:r>
              <a:rPr lang="en-US" dirty="0"/>
              <a:t>third_element = my_tuple[2] (third_element will be 30)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Slicing:</a:t>
            </a:r>
            <a:r>
              <a:rPr lang="en-US" dirty="0"/>
              <a:t> Extracting a portion of the tuple. </a:t>
            </a:r>
          </a:p>
          <a:p>
            <a:pPr lvl="1"/>
            <a:r>
              <a:rPr lang="en-US" dirty="0"/>
              <a:t>sub_tuple = my_tuple[1:4] (sub_tuple will be (20, 30, 40))</a:t>
            </a:r>
          </a:p>
          <a:p>
            <a:pPr lvl="1"/>
            <a:r>
              <a:rPr lang="en-US" dirty="0"/>
              <a:t>sub_tuple = my_tuple[:3] (sub_tuple will be (10, 20, 30))</a:t>
            </a:r>
          </a:p>
          <a:p>
            <a:pPr lvl="1"/>
            <a:r>
              <a:rPr lang="en-US" dirty="0"/>
              <a:t>sub_tuple = my_tuple[3:] (sub_tuple will be (40, 50))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r>
              <a:rPr lang="en-US" b="1" dirty="0">
                <a:latin typeface="Arial Rounded MT Bold" panose="020F0704030504030204" pitchFamily="34" charset="0"/>
              </a:rPr>
              <a:t>Negative Indexing</a:t>
            </a:r>
            <a:r>
              <a:rPr lang="en-US" b="1" dirty="0"/>
              <a:t>:</a:t>
            </a:r>
            <a:r>
              <a:rPr lang="en-US" dirty="0"/>
              <a:t> Accessing elements from the end of the tuple. </a:t>
            </a:r>
          </a:p>
          <a:p>
            <a:pPr lvl="1"/>
            <a:r>
              <a:rPr lang="en-US" dirty="0"/>
              <a:t>last_element = my_tuple[-1] (last_element will be 50)</a:t>
            </a:r>
          </a:p>
          <a:p>
            <a:pPr lvl="1"/>
            <a:r>
              <a:rPr lang="en-US" dirty="0"/>
              <a:t>second_last = my_tuple[-2] (second_last will be 40)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066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AEB3-FE33-2A57-36AA-5A69B02D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Tuple Code Examples (1)</a:t>
            </a:r>
            <a:br>
              <a:rPr lang="en-IN" b="1" dirty="0">
                <a:latin typeface="Arial Rounded MT Bold" panose="020F0704030504030204" pitchFamily="34" charset="0"/>
              </a:rPr>
            </a:b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27F79-BF92-201B-7D39-3A05A2C6EFEF}"/>
              </a:ext>
            </a:extLst>
          </p:cNvPr>
          <p:cNvSpPr txBox="1"/>
          <p:nvPr/>
        </p:nvSpPr>
        <p:spPr>
          <a:xfrm>
            <a:off x="927847" y="2528047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my_tuple = (1, 2, "hello", 4.5)</a:t>
            </a:r>
          </a:p>
          <a:p>
            <a:r>
              <a:rPr lang="en-IN" dirty="0"/>
              <a:t>print(f"First element: {my_tuple[0]}") # Output: First element: 1</a:t>
            </a:r>
          </a:p>
          <a:p>
            <a:r>
              <a:rPr lang="en-IN" dirty="0"/>
              <a:t>print(f"Third element: {my_tuple[2]}") # Output: Third element: hello</a:t>
            </a:r>
          </a:p>
          <a:p>
            <a:r>
              <a:rPr lang="en-IN" dirty="0"/>
              <a:t>sub_tuple = my_tuple[1:3]</a:t>
            </a:r>
          </a:p>
          <a:p>
            <a:r>
              <a:rPr lang="en-IN" dirty="0"/>
              <a:t>print(f"Sub-tuple: {sub_tuple}") # Output: Sub-tuple: (2, 'hello')</a:t>
            </a:r>
          </a:p>
          <a:p>
            <a:r>
              <a:rPr lang="en-IN" dirty="0"/>
              <a:t>a, b, c, d = my_tuple</a:t>
            </a:r>
          </a:p>
          <a:p>
            <a:r>
              <a:rPr lang="en-IN" dirty="0"/>
              <a:t>print(f"a: {a}, b: {b}, c: {c}, d: {d}") # Output: a: 1, b: 2, c: hello, d: 4.5</a:t>
            </a:r>
          </a:p>
          <a:p>
            <a:r>
              <a:rPr lang="en-IN" dirty="0"/>
              <a:t>print("Iterating through the tuple:")</a:t>
            </a:r>
          </a:p>
          <a:p>
            <a:r>
              <a:rPr lang="en-IN" dirty="0"/>
              <a:t>for item in my_tuple:</a:t>
            </a:r>
          </a:p>
          <a:p>
            <a:r>
              <a:rPr lang="en-IN" dirty="0"/>
              <a:t>print(item)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945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D6D4-14DB-DF6F-D264-5080E794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Tuple Code Examples (2)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484C6-6D0F-9387-619C-C0A856416648}"/>
              </a:ext>
            </a:extLst>
          </p:cNvPr>
          <p:cNvSpPr txBox="1"/>
          <p:nvPr/>
        </p:nvSpPr>
        <p:spPr>
          <a:xfrm>
            <a:off x="672353" y="2474259"/>
            <a:ext cx="108517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my_tuple = (1, 2, 2, 3, 2, 4)</a:t>
            </a:r>
          </a:p>
          <a:p>
            <a:r>
              <a:rPr lang="en-US" dirty="0"/>
              <a:t>count_of_2 = my_tuple.count(2)</a:t>
            </a:r>
          </a:p>
          <a:p>
            <a:r>
              <a:rPr lang="en-US" dirty="0"/>
              <a:t>print(f"Number of times 2 appears: {count_of_2}") # Output: Number of times 2 appears: 3</a:t>
            </a:r>
          </a:p>
          <a:p>
            <a:r>
              <a:rPr lang="en-US" dirty="0"/>
              <a:t>index_of_3 = my_tuple.index(3)</a:t>
            </a:r>
          </a:p>
          <a:p>
            <a:r>
              <a:rPr lang="en-US" dirty="0"/>
              <a:t>print(f"Index of 3: {index_of_3}") # Output: Index of 3: 3</a:t>
            </a:r>
          </a:p>
          <a:p>
            <a:r>
              <a:rPr lang="en-US" dirty="0"/>
              <a:t>my_list = [5, 6, 7]</a:t>
            </a:r>
          </a:p>
          <a:p>
            <a:r>
              <a:rPr lang="en-US" dirty="0"/>
              <a:t>new_tuple = tuple(my_list)</a:t>
            </a:r>
          </a:p>
          <a:p>
            <a:r>
              <a:rPr lang="en-US" dirty="0"/>
              <a:t>print(f"Tuple from list: {new_tuple}") # Output: Tuple from list: (5, 6, 7)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305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05E66-1E2F-FBF9-6267-D2465EAF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Tuples vs. Lists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BC2FD-31F5-2A95-E2AD-7E647F9C8355}"/>
              </a:ext>
            </a:extLst>
          </p:cNvPr>
          <p:cNvSpPr txBox="1"/>
          <p:nvPr/>
        </p:nvSpPr>
        <p:spPr>
          <a:xfrm>
            <a:off x="914400" y="1690688"/>
            <a:ext cx="104483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Mutability: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Tuples:</a:t>
            </a:r>
            <a:r>
              <a:rPr lang="en-US" dirty="0"/>
              <a:t> </a:t>
            </a:r>
            <a:r>
              <a:rPr lang="en-US" dirty="0">
                <a:latin typeface="Arial Rounded MT Bold" panose="020F0704030504030204" pitchFamily="34" charset="0"/>
              </a:rPr>
              <a:t>Immutable (cannot be changed).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Lists:</a:t>
            </a:r>
            <a:r>
              <a:rPr lang="en-US" dirty="0"/>
              <a:t> </a:t>
            </a:r>
            <a:r>
              <a:rPr lang="en-US" dirty="0">
                <a:latin typeface="Arial Rounded MT Bold" panose="020F0704030504030204" pitchFamily="34" charset="0"/>
              </a:rPr>
              <a:t>Mutable (can be changed).</a:t>
            </a:r>
          </a:p>
          <a:p>
            <a:r>
              <a:rPr lang="en-US" b="1" dirty="0">
                <a:latin typeface="Arial Rounded MT Bold" panose="020F0704030504030204" pitchFamily="34" charset="0"/>
              </a:rPr>
              <a:t>Syntax: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Tuples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latin typeface="Arial Rounded MT Bold" panose="020F0704030504030204" pitchFamily="34" charset="0"/>
              </a:rPr>
              <a:t>Use parentheses ().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Lists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latin typeface="Arial Rounded MT Bold" panose="020F0704030504030204" pitchFamily="34" charset="0"/>
              </a:rPr>
              <a:t>Use square brackets [].</a:t>
            </a:r>
          </a:p>
          <a:p>
            <a:r>
              <a:rPr lang="en-US" b="1" dirty="0">
                <a:latin typeface="Arial Rounded MT Bold" panose="020F0704030504030204" pitchFamily="34" charset="0"/>
              </a:rPr>
              <a:t>Use Cases: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Tuples: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Representing fixed collections of items (e.g., coordinates, database records).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Returning multiple values from a function.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Using as keys in dictionaries (since they are immutable).</a:t>
            </a:r>
          </a:p>
          <a:p>
            <a:pPr lvl="1"/>
            <a:r>
              <a:rPr lang="en-US" b="1" dirty="0">
                <a:latin typeface="Arial Rounded MT Bold" panose="020F0704030504030204" pitchFamily="34" charset="0"/>
              </a:rPr>
              <a:t>Lists: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Storing collections of items that need to be modified.</a:t>
            </a:r>
          </a:p>
          <a:p>
            <a:pPr lvl="2"/>
            <a:r>
              <a:rPr lang="en-US" dirty="0">
                <a:latin typeface="Arial Rounded MT Bold" panose="020F0704030504030204" pitchFamily="34" charset="0"/>
              </a:rPr>
              <a:t>Implementing stacks, queues, and other dynamic data structures.</a:t>
            </a:r>
          </a:p>
          <a:p>
            <a:r>
              <a:rPr lang="en-US" b="1" dirty="0">
                <a:latin typeface="Arial Rounded MT Bold" panose="020F0704030504030204" pitchFamily="34" charset="0"/>
              </a:rPr>
              <a:t>Performance: </a:t>
            </a:r>
            <a:r>
              <a:rPr lang="en-US" dirty="0">
                <a:latin typeface="Arial Rounded MT Bold" panose="020F0704030504030204" pitchFamily="34" charset="0"/>
              </a:rPr>
              <a:t>Tuples are generally slightly faster than lists due to their immutability</a:t>
            </a:r>
            <a:r>
              <a:rPr lang="en-US" dirty="0"/>
              <a:t>.</a:t>
            </a:r>
          </a:p>
          <a:p>
            <a:r>
              <a:rPr lang="en-US" b="1" dirty="0">
                <a:latin typeface="Arial Rounded MT Bold" panose="020F0704030504030204" pitchFamily="34" charset="0"/>
              </a:rPr>
              <a:t>Memory Usage: </a:t>
            </a:r>
            <a:r>
              <a:rPr lang="en-US" dirty="0">
                <a:latin typeface="Arial Rounded MT Bold" panose="020F0704030504030204" pitchFamily="34" charset="0"/>
              </a:rPr>
              <a:t>Tuples typically consume slightly less memory than lists.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33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901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Arial Rounded MT Bold</vt:lpstr>
      <vt:lpstr>Century Schoolbook</vt:lpstr>
      <vt:lpstr>Wingdings 2</vt:lpstr>
      <vt:lpstr>View</vt:lpstr>
      <vt:lpstr>  Python Tuples: </vt:lpstr>
      <vt:lpstr>Introduction to Tuples </vt:lpstr>
      <vt:lpstr>Creating Tuples </vt:lpstr>
      <vt:lpstr>Accessing Tuple Elements </vt:lpstr>
      <vt:lpstr>Tuple Code Examples (1) </vt:lpstr>
      <vt:lpstr>Tuple Code Examples (2) </vt:lpstr>
      <vt:lpstr>Tuples vs. Lists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faizy alam</dc:creator>
  <cp:lastModifiedBy>faizy alam</cp:lastModifiedBy>
  <cp:revision>1</cp:revision>
  <dcterms:created xsi:type="dcterms:W3CDTF">2025-12-02T04:39:51Z</dcterms:created>
  <dcterms:modified xsi:type="dcterms:W3CDTF">2025-12-02T05:05:47Z</dcterms:modified>
</cp:coreProperties>
</file>